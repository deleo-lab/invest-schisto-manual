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D134-C358-C94C-0F36-B917B7873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90CDF-E24B-41B8-56FD-290FEF603B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AC1C3-8A65-9B96-8B32-E2F8E6BF5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6448-BEAF-4E60-B693-EEE9622D9A9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DCF7E-D4B6-1F4C-9F8C-6F1EA4823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3072D-2B8B-A6EF-4C03-A588B401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23FF2-E22B-4A84-A273-D7DA34DC8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49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5B18B-DBDB-EE27-E46B-3D247AFB5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EDB2B-3176-D7B0-5FBD-8CBFFD1F1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9D98D-BDC7-CA9F-58BA-948CBC3EA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6448-BEAF-4E60-B693-EEE9622D9A9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C7278-B150-6A6B-6CC8-7F5EF7FC8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008FD-C29A-BF29-8D4C-24A14746A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23FF2-E22B-4A84-A273-D7DA34DC8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60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0EB89-2777-D3BA-404A-D404CD85C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F1203-082B-7C92-5FD7-E6953828D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67732-4655-1B8B-3B0B-C7565FC91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6448-BEAF-4E60-B693-EEE9622D9A9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65E11-701A-E161-7D71-292BC2DAE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D567E-5E79-88F7-3301-5D246DB5F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23FF2-E22B-4A84-A273-D7DA34DC8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9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95EDE-3282-6698-D38A-63C73A1A1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009F7-026E-36B7-C146-E3E6FCD0F4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38E56-A87F-6FA5-BBBB-70E679F02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9ED17-B1D8-CBBA-7FF0-8ACA75E15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6448-BEAF-4E60-B693-EEE9622D9A9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867AA-0E42-8EDA-455F-B0349CF45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FD48F-1892-9EE9-587E-DDB060951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23FF2-E22B-4A84-A273-D7DA34DC8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5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912CC-8118-6810-8D37-5E08A311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A946B-44BB-3AE8-96F8-42C1D268C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E3499-99C6-B3B5-AFF5-9BADD53FB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48B4C0-7FE8-2968-B797-0BCF04764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28CFF6-A425-1FD0-5CE8-959231961A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C9922-182F-1515-697C-8F60987A0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6448-BEAF-4E60-B693-EEE9622D9A9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36E8FF-1375-FE97-1270-C7FE9B86B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737B0B-7CD2-75DB-FB92-9EB9DF151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23FF2-E22B-4A84-A273-D7DA34DC8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0EB1A-5163-8F78-D87A-40101CB77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8C6F32-419E-8D9C-BD8B-D37DF20BD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6448-BEAF-4E60-B693-EEE9622D9A9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28A0C-DEB0-EF8F-33AE-E63578788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64B37-C9D3-A291-2B1A-CABC5F216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23FF2-E22B-4A84-A273-D7DA34DC8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54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E4BC48-E633-5C4D-95F8-4B89E95A8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6448-BEAF-4E60-B693-EEE9622D9A9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873C60-7C1C-4297-5122-11C457ADE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0AE1F-73B4-DFE8-2B6C-1F21F2DD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23FF2-E22B-4A84-A273-D7DA34DC8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66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66A2-C20E-6270-D701-467C3EF02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FFCA7-66D6-92D5-6DAA-6244378D2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956BF-A28F-5BD7-040B-E5C5C4820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819F8-8F38-EC3A-6A11-D47D37684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6448-BEAF-4E60-B693-EEE9622D9A9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9C6D0-F59C-E192-5B79-1F66FF447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E43F2-0E36-42D0-12B7-E15E8C7D8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23FF2-E22B-4A84-A273-D7DA34DC8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52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21D62-7853-A152-93EB-1D5272278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81D6A-4BE9-E86C-0AEE-AF7BEB8B4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ACD39-09CA-19C0-FC43-13B621EAE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614A1-13B5-B4D1-08F0-B711A1B9C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6448-BEAF-4E60-B693-EEE9622D9A9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F5789-968E-306C-FC96-F246C5952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51E8E-802D-16EA-8867-43A0E151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23FF2-E22B-4A84-A273-D7DA34DC8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26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DD91A-EC04-2B1E-5DBE-33DA81042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22AD8-08C6-438B-5D54-62DB0B321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6C32E-E306-91DB-7C4F-2E13CC2C5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6448-BEAF-4E60-B693-EEE9622D9A9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0F952-2CE6-308D-0579-B28BE76EE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3449F-1E4C-ACF3-8AC8-F12D9E55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23FF2-E22B-4A84-A273-D7DA34DC8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9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29D8D-CC93-4436-0D1F-782813C2B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34BC0-AAEE-58BE-7C4F-BAE5F3BFC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5F42C-9EB9-C0DD-8F15-CD9E7DF8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6448-BEAF-4E60-B693-EEE9622D9A9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CDF80-6876-C3C2-F117-7720D3A7C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3C33-7EC0-17D6-2BE6-A7B99540F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23FF2-E22B-4A84-A273-D7DA34DC8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3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3BC6E-C557-6969-CF3C-E559AE388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E6474-1A2F-19DB-527C-2081F7070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2DFFF-E4EF-42F2-7D52-7E7820B55B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96448-BEAF-4E60-B693-EEE9622D9A9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6ED2F-791F-6BAD-3347-5615504E9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B1E04-C873-299E-8423-5C63F3CAD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23FF2-E22B-4A84-A273-D7DA34DC8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1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328C6A-AF44-BD7D-D304-C1ECEEB5E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19150"/>
            <a:ext cx="6483911" cy="3502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717897-4BF2-29AF-2236-73882351E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046" y="2762989"/>
            <a:ext cx="4256342" cy="233405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F9371B8-12AB-68EC-1F31-C7F122E1C8E2}"/>
              </a:ext>
            </a:extLst>
          </p:cNvPr>
          <p:cNvSpPr/>
          <p:nvPr/>
        </p:nvSpPr>
        <p:spPr>
          <a:xfrm>
            <a:off x="352425" y="3848100"/>
            <a:ext cx="1771650" cy="6381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C9120A-5C27-4986-D710-4EA5E1A80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318" y="3429000"/>
            <a:ext cx="4256342" cy="23403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CC260D3-EA27-8B83-690E-099C101BB19F}"/>
              </a:ext>
            </a:extLst>
          </p:cNvPr>
          <p:cNvSpPr txBox="1"/>
          <p:nvPr/>
        </p:nvSpPr>
        <p:spPr>
          <a:xfrm>
            <a:off x="3350399" y="4127543"/>
            <a:ext cx="133292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This screen for a bit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7CF24E-9438-D409-DE5E-134504A67187}"/>
              </a:ext>
            </a:extLst>
          </p:cNvPr>
          <p:cNvSpPr txBox="1"/>
          <p:nvPr/>
        </p:nvSpPr>
        <p:spPr>
          <a:xfrm>
            <a:off x="5844210" y="4216953"/>
            <a:ext cx="133292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This screen for a bit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0EA002-A644-8BFF-4B6C-98461DD6E3F7}"/>
              </a:ext>
            </a:extLst>
          </p:cNvPr>
          <p:cNvSpPr txBox="1"/>
          <p:nvPr/>
        </p:nvSpPr>
        <p:spPr>
          <a:xfrm>
            <a:off x="457200" y="3797855"/>
            <a:ext cx="30809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C5043F-05F8-ADFC-E325-C1859676136F}"/>
              </a:ext>
            </a:extLst>
          </p:cNvPr>
          <p:cNvSpPr txBox="1"/>
          <p:nvPr/>
        </p:nvSpPr>
        <p:spPr>
          <a:xfrm>
            <a:off x="3114380" y="3942877"/>
            <a:ext cx="30809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CCDC96-DC17-AD4A-9EA8-ED539A781887}"/>
              </a:ext>
            </a:extLst>
          </p:cNvPr>
          <p:cNvSpPr txBox="1"/>
          <p:nvPr/>
        </p:nvSpPr>
        <p:spPr>
          <a:xfrm>
            <a:off x="5654290" y="4069672"/>
            <a:ext cx="30809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64182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A745967-3605-37C0-A0FB-23CAFF433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620786"/>
            <a:ext cx="9177864" cy="19795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51DFB9-8E90-DB65-4BB6-6182E372E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449" y="2837796"/>
            <a:ext cx="8220733" cy="3620444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8C560B4-89D1-C362-0251-899DB4DFD817}"/>
              </a:ext>
            </a:extLst>
          </p:cNvPr>
          <p:cNvSpPr/>
          <p:nvPr/>
        </p:nvSpPr>
        <p:spPr>
          <a:xfrm>
            <a:off x="590550" y="1019175"/>
            <a:ext cx="1771650" cy="6381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B3428C3-FF91-E2C6-63F2-7825F9C1E78C}"/>
              </a:ext>
            </a:extLst>
          </p:cNvPr>
          <p:cNvSpPr/>
          <p:nvPr/>
        </p:nvSpPr>
        <p:spPr>
          <a:xfrm>
            <a:off x="6724650" y="3114675"/>
            <a:ext cx="1571625" cy="49053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FCE7F6-681D-B72A-6E53-1490C5CF8537}"/>
              </a:ext>
            </a:extLst>
          </p:cNvPr>
          <p:cNvSpPr txBox="1"/>
          <p:nvPr/>
        </p:nvSpPr>
        <p:spPr>
          <a:xfrm>
            <a:off x="1936143" y="834509"/>
            <a:ext cx="30809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2B801-5E4C-DBA5-CA3F-912B23954B1A}"/>
              </a:ext>
            </a:extLst>
          </p:cNvPr>
          <p:cNvSpPr txBox="1"/>
          <p:nvPr/>
        </p:nvSpPr>
        <p:spPr>
          <a:xfrm>
            <a:off x="6570601" y="3059668"/>
            <a:ext cx="30809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88822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6094E2-8502-C21C-F98D-D66A68E92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745" y="136977"/>
            <a:ext cx="6798497" cy="5593446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46216A6-A899-78D2-7139-5883FB652817}"/>
              </a:ext>
            </a:extLst>
          </p:cNvPr>
          <p:cNvSpPr/>
          <p:nvPr/>
        </p:nvSpPr>
        <p:spPr>
          <a:xfrm>
            <a:off x="345745" y="1831806"/>
            <a:ext cx="800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C54813-4385-F98D-CDBB-17A18B65C0A4}"/>
              </a:ext>
            </a:extLst>
          </p:cNvPr>
          <p:cNvSpPr/>
          <p:nvPr/>
        </p:nvSpPr>
        <p:spPr>
          <a:xfrm>
            <a:off x="3312972" y="4081314"/>
            <a:ext cx="800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04EA84-4079-D8A7-03D3-CF99C7E26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558918"/>
            <a:ext cx="5686933" cy="3942247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A9C5C4F-4FCC-0231-BA6A-1A8A47F4919C}"/>
              </a:ext>
            </a:extLst>
          </p:cNvPr>
          <p:cNvSpPr/>
          <p:nvPr/>
        </p:nvSpPr>
        <p:spPr>
          <a:xfrm>
            <a:off x="6315074" y="5487144"/>
            <a:ext cx="2409825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9CD2AA-9638-A1AD-FEC1-053AB1ED8809}"/>
              </a:ext>
            </a:extLst>
          </p:cNvPr>
          <p:cNvSpPr/>
          <p:nvPr/>
        </p:nvSpPr>
        <p:spPr>
          <a:xfrm>
            <a:off x="9563100" y="6082065"/>
            <a:ext cx="800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8CD719-1943-D015-7271-C36181A5D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1625" y="2009775"/>
            <a:ext cx="2119608" cy="281503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F5540E7-649A-49F0-DE60-6123A99F85E2}"/>
              </a:ext>
            </a:extLst>
          </p:cNvPr>
          <p:cNvSpPr txBox="1"/>
          <p:nvPr/>
        </p:nvSpPr>
        <p:spPr>
          <a:xfrm>
            <a:off x="82929" y="1680869"/>
            <a:ext cx="30809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BFC5C5-5E95-5E4C-92CC-4B434170D300}"/>
              </a:ext>
            </a:extLst>
          </p:cNvPr>
          <p:cNvSpPr txBox="1"/>
          <p:nvPr/>
        </p:nvSpPr>
        <p:spPr>
          <a:xfrm>
            <a:off x="3140117" y="1296674"/>
            <a:ext cx="30809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CF6DDB-4BBE-1F64-C758-8929F79754CE}"/>
              </a:ext>
            </a:extLst>
          </p:cNvPr>
          <p:cNvSpPr txBox="1"/>
          <p:nvPr/>
        </p:nvSpPr>
        <p:spPr>
          <a:xfrm>
            <a:off x="3072356" y="3896648"/>
            <a:ext cx="30809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AE4D00-4B40-A443-3BAF-275F0743B48D}"/>
              </a:ext>
            </a:extLst>
          </p:cNvPr>
          <p:cNvSpPr txBox="1"/>
          <p:nvPr/>
        </p:nvSpPr>
        <p:spPr>
          <a:xfrm>
            <a:off x="6177174" y="5512028"/>
            <a:ext cx="30809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949FD0-64B7-3A80-1411-7E8D5C15F304}"/>
              </a:ext>
            </a:extLst>
          </p:cNvPr>
          <p:cNvSpPr txBox="1"/>
          <p:nvPr/>
        </p:nvSpPr>
        <p:spPr>
          <a:xfrm>
            <a:off x="9399524" y="5881360"/>
            <a:ext cx="30809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9AE1F3-E3E2-F1A8-CA51-CA7E3536D64B}"/>
              </a:ext>
            </a:extLst>
          </p:cNvPr>
          <p:cNvSpPr txBox="1"/>
          <p:nvPr/>
        </p:nvSpPr>
        <p:spPr>
          <a:xfrm>
            <a:off x="8966412" y="1856690"/>
            <a:ext cx="30809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38861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C24587-AC69-3AA6-7A47-40D238AB3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45" y="461628"/>
            <a:ext cx="2968057" cy="3310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AA2273-FFF0-F6FC-7CF9-5D615AD94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569" y="353952"/>
            <a:ext cx="6544985" cy="3228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CBA849-885D-40E0-A8FC-4BB3289AC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955" y="3771900"/>
            <a:ext cx="6806089" cy="2898245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9697291-5D41-1C6C-4F3C-CF930DEA94EA}"/>
              </a:ext>
            </a:extLst>
          </p:cNvPr>
          <p:cNvSpPr/>
          <p:nvPr/>
        </p:nvSpPr>
        <p:spPr>
          <a:xfrm>
            <a:off x="454787" y="1938336"/>
            <a:ext cx="2238167" cy="4810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6B8047-76BA-BBF3-B66F-C1AF22391262}"/>
              </a:ext>
            </a:extLst>
          </p:cNvPr>
          <p:cNvSpPr txBox="1"/>
          <p:nvPr/>
        </p:nvSpPr>
        <p:spPr>
          <a:xfrm>
            <a:off x="236978" y="1705360"/>
            <a:ext cx="30809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F6F0FF-F5BC-2367-332A-867483CD7FB6}"/>
              </a:ext>
            </a:extLst>
          </p:cNvPr>
          <p:cNvSpPr/>
          <p:nvPr/>
        </p:nvSpPr>
        <p:spPr>
          <a:xfrm>
            <a:off x="4042092" y="4871644"/>
            <a:ext cx="2470026" cy="9328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592423-EE5D-A053-CD11-5FDA6864A757}"/>
              </a:ext>
            </a:extLst>
          </p:cNvPr>
          <p:cNvSpPr txBox="1"/>
          <p:nvPr/>
        </p:nvSpPr>
        <p:spPr>
          <a:xfrm>
            <a:off x="3779276" y="4720708"/>
            <a:ext cx="30809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A1E893-DB77-CF4B-CF3D-AD392E6E9838}"/>
              </a:ext>
            </a:extLst>
          </p:cNvPr>
          <p:cNvSpPr/>
          <p:nvPr/>
        </p:nvSpPr>
        <p:spPr>
          <a:xfrm>
            <a:off x="7152062" y="6262777"/>
            <a:ext cx="1331980" cy="36933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DFD13B-7097-5C9C-1AC4-6A3129F008FF}"/>
              </a:ext>
            </a:extLst>
          </p:cNvPr>
          <p:cNvSpPr txBox="1"/>
          <p:nvPr/>
        </p:nvSpPr>
        <p:spPr>
          <a:xfrm>
            <a:off x="6889246" y="6111840"/>
            <a:ext cx="30809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EA36C22-8809-BC22-82FC-454B47B0E8C3}"/>
              </a:ext>
            </a:extLst>
          </p:cNvPr>
          <p:cNvSpPr/>
          <p:nvPr/>
        </p:nvSpPr>
        <p:spPr>
          <a:xfrm>
            <a:off x="4963580" y="2275415"/>
            <a:ext cx="2484920" cy="3693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39F7F0-5D0D-4251-58A6-C2A8DDD38944}"/>
              </a:ext>
            </a:extLst>
          </p:cNvPr>
          <p:cNvSpPr txBox="1"/>
          <p:nvPr/>
        </p:nvSpPr>
        <p:spPr>
          <a:xfrm>
            <a:off x="4700764" y="2124478"/>
            <a:ext cx="30809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07B21E4-8946-8A23-301C-DBD9B61A33CE}"/>
              </a:ext>
            </a:extLst>
          </p:cNvPr>
          <p:cNvSpPr/>
          <p:nvPr/>
        </p:nvSpPr>
        <p:spPr>
          <a:xfrm>
            <a:off x="8127335" y="3132261"/>
            <a:ext cx="800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B3505B-9FA6-304E-F525-6DBB0FFB37FD}"/>
              </a:ext>
            </a:extLst>
          </p:cNvPr>
          <p:cNvSpPr txBox="1"/>
          <p:nvPr/>
        </p:nvSpPr>
        <p:spPr>
          <a:xfrm>
            <a:off x="7819237" y="2947595"/>
            <a:ext cx="30809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55968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26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Kayla Kauffman</dc:creator>
  <cp:lastModifiedBy>Kayla Kauffman</cp:lastModifiedBy>
  <cp:revision>1</cp:revision>
  <dcterms:created xsi:type="dcterms:W3CDTF">2026-02-09T23:47:28Z</dcterms:created>
  <dcterms:modified xsi:type="dcterms:W3CDTF">2026-02-10T01:58:33Z</dcterms:modified>
</cp:coreProperties>
</file>